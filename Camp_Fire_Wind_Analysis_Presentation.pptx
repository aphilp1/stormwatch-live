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Camp Fire Comprehensive Wind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Model Resolution Comparison and Future Forecasting Architectures</a:t>
            </a:r>
          </a:p>
          <a:p>
            <a:r>
              <a:t>Presenter: AI Assistant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Evaluate the baseline 3km HRRR forecast against dynamically downscaled wind fields (1km and 250m) during the 2018 Camp Fire ignition.</a:t>
            </a:r>
          </a:p>
          <a:p>
            <a:r>
              <a:t>The Challenge: Standard synoptic models lack the resolution to capture topographically-driven microclimate extremes (e.g., gap winds in complex terrain).</a:t>
            </a:r>
          </a:p>
          <a:p>
            <a:r>
              <a:t>Key Takeaway: Dynamic downscaling offers statistically significant improvements, but all models still substantially underpredict extreme localized gusts.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&amp;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Baseline Model: High-Resolution Rapid Refresh (HRRR) at 3km resolution.</a:t>
            </a:r>
          </a:p>
          <a:p>
            <a:r>
              <a:t>Downscaling Engine: WindNinja (1km and 250m mesh resolutions).</a:t>
            </a:r>
          </a:p>
          <a:p>
            <a:r>
              <a:t>Ground Truth: Remote Automated Weather Stations (RAWS) and ASOS networks.</a:t>
            </a:r>
          </a:p>
          <a:p>
            <a:r>
              <a:t>Focus Stations: Jarbo Gap, Concow, and Paradise (ignition phase - Nov 8, 2018, 14:00 UTC).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 1: Severe Underestimation of Peak Gusts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Observation: All models significantly underestimated the extreme peak gusts driving the fire.</a:t>
            </a:r>
          </a:p>
          <a:p>
            <a:r>
              <a:t>HRRR 3km: Underestimated peak gusts by an average of 23.05 mph (RMSE: 23.63 mph).</a:t>
            </a:r>
          </a:p>
          <a:p>
            <a:r>
              <a:t>WindNinja 1km: Reduced underestimation to 19.30 mph (RMSE: 20.02 mph).</a:t>
            </a:r>
          </a:p>
          <a:p>
            <a:r>
              <a:t>Conclusion: Ground truth observations remain irreplaceable for accurate situational awareness.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 2: The 'Goldilocks' Resolution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1km Resolution: The optimal balance. Provided a 16.3% improvement in forecast accuracy over the HRRR baseline by capturing major topographic wind corridors.</a:t>
            </a:r>
          </a:p>
          <a:p>
            <a:r>
              <a:t>250m Resolution: The worst performer (RMSE: 30.33 mph).</a:t>
            </a:r>
          </a:p>
          <a:p>
            <a:r>
              <a:t>The 'Double Penalty' Effect: Extreme resolution caused spatial displacement errors, severely misaligning topographically funneled winds with exact station coordinates.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 3: Impact of Topography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Trend: Strong negative correlation (r ≈ -0.92) between station elevation and model underestimation errors.</a:t>
            </a:r>
          </a:p>
          <a:p>
            <a:r>
              <a:t>Analysis: Models struggled significantly more to capture extreme gusts at lower elevations and within sheltered canyons compared to exposed ridges.</a:t>
            </a:r>
          </a:p>
          <a:p>
            <a:r>
              <a:t>Takeaway: Current models have a systemic bias in representing valley/canyon wind acceleration during extreme fire weather events.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Recommendations: The 'Ultimate Setup' (Part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Bridging the gap between synoptic models and micro-scale terrain effects.</a:t>
            </a:r>
          </a:p>
          <a:p>
            <a:r>
              <a:t>1. High-Resolution Boundary Conditions: Continue ingesting baseline states from operational models like HRRR.</a:t>
            </a:r>
          </a:p>
          <a:p>
            <a:r>
              <a:t>2. AI-Bias Correction: Deploy Machine Learning algorithms to correct topographic biases in real-time, leveraging historical correlations between elevation, slope, aspect, and systematic model underestimations.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Recommendations: The 'Ultimate Setup' (Part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3. Coupled Fire-Atmosphere Modeling: Transition to prognostic models like WRF-SFIRE to dynamically account for the fire's immense heat plume and convective feedback on local wind vectors.</a:t>
            </a:r>
          </a:p>
          <a:p>
            <a:r>
              <a:t>4. Real-Time Calibration:</a:t>
            </a:r>
          </a:p>
          <a:p>
            <a:r>
              <a:t>   - Doppler Radar / LiDAR: Capture live plume dynamics and ember spotting distances.</a:t>
            </a:r>
          </a:p>
          <a:p>
            <a:r>
              <a:t>   - Crowdsourced Mesonets: Aggressively QA/QC IoT weather station networks to fill the severe observational gaps left by sparse RAWS networks.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/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Summary: Downscaling is valuable but not a silver bullet. We must move beyond simple statistical interpolation toward coupled, AI-enhanced dynamical modeling to truly anticipate erratic fire behavior.</a:t>
            </a:r>
          </a:p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